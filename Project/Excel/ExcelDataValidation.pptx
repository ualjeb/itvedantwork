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8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34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558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91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00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59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22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462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57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66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0402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7130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33113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523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878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150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C59DD-C2C1-49D8-9887-428B0DC8D7BD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173B192-2784-411A-B630-29FC31B8D1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63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6AA4A-97D5-8F3A-0CC3-102561B371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531" y="2404534"/>
            <a:ext cx="8807472" cy="1024466"/>
          </a:xfrm>
        </p:spPr>
        <p:txBody>
          <a:bodyPr/>
          <a:lstStyle/>
          <a:p>
            <a:r>
              <a:rPr lang="en-US" sz="6600" dirty="0"/>
              <a:t>Excel Data Validation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E9A469-E814-4F47-1AAC-1D334EBC3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5075300"/>
            <a:ext cx="7766936" cy="502506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Prepared by Ansari Uzair</a:t>
            </a:r>
          </a:p>
        </p:txBody>
      </p:sp>
    </p:spTree>
    <p:extLst>
      <p:ext uri="{BB962C8B-B14F-4D97-AF65-F5344CB8AC3E}">
        <p14:creationId xmlns:p14="http://schemas.microsoft.com/office/powerpoint/2010/main" val="237810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8410-5DBE-6354-8422-51694C56E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17FB4-2EDE-6A95-FFF7-DCC2A12CC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validation is a feature in Excel used to control what a user can enter into a cell.</a:t>
            </a:r>
          </a:p>
          <a:p>
            <a:r>
              <a:rPr lang="en-US" dirty="0"/>
              <a:t>Common data validation types are List, Whole Number/Decimal, Date/Time, Text Length.</a:t>
            </a:r>
          </a:p>
          <a:p>
            <a:r>
              <a:rPr lang="en-US" dirty="0"/>
              <a:t>We can make custom validation type.</a:t>
            </a:r>
          </a:p>
        </p:txBody>
      </p:sp>
    </p:spTree>
    <p:extLst>
      <p:ext uri="{BB962C8B-B14F-4D97-AF65-F5344CB8AC3E}">
        <p14:creationId xmlns:p14="http://schemas.microsoft.com/office/powerpoint/2010/main" val="4030159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66ED2-15AA-4DA8-B392-7AF384DE4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How to Setup Data Validation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C10B8-C058-AF5D-1A85-B6546DC3D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Select the target cell or range</a:t>
            </a:r>
            <a:r>
              <a:rPr lang="en-US" dirty="0"/>
              <a:t> where you want to apply the rule.</a:t>
            </a:r>
          </a:p>
          <a:p>
            <a:r>
              <a:rPr lang="en-US" dirty="0"/>
              <a:t>Go to the </a:t>
            </a:r>
            <a:r>
              <a:rPr lang="en-US" b="1" dirty="0"/>
              <a:t>Data</a:t>
            </a:r>
            <a:r>
              <a:rPr lang="en-US" dirty="0"/>
              <a:t> tab on the ribbon and click </a:t>
            </a:r>
            <a:r>
              <a:rPr lang="en-US" b="1" dirty="0"/>
              <a:t>Data Validation</a:t>
            </a:r>
            <a:r>
              <a:rPr lang="en-US" dirty="0"/>
              <a:t> in the "Data Tools" group.</a:t>
            </a:r>
          </a:p>
        </p:txBody>
      </p:sp>
      <p:pic>
        <p:nvPicPr>
          <p:cNvPr id="4" name="Picture 3" descr="Data validation in Excel">
            <a:extLst>
              <a:ext uri="{FF2B5EF4-FFF2-40B4-BE49-F238E27FC236}">
                <a16:creationId xmlns:a16="http://schemas.microsoft.com/office/drawing/2014/main" id="{59753125-398E-3294-99CF-9BF50F59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3333903"/>
            <a:ext cx="9076266" cy="270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986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CF5A5-41D7-31A7-B656-B0473AA4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How to Setup Data Validation Rule</a:t>
            </a:r>
            <a:br>
              <a:rPr lang="en-US" u="sng" dirty="0"/>
            </a:br>
            <a:r>
              <a:rPr lang="en-US" sz="2800" dirty="0"/>
              <a:t>Settings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7580CB-45AD-6A9F-1599-9A575D7E6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dialog box, use the </a:t>
            </a:r>
            <a:r>
              <a:rPr lang="en-US" b="1" dirty="0"/>
              <a:t>Settings</a:t>
            </a:r>
            <a:r>
              <a:rPr lang="en-US" dirty="0"/>
              <a:t> tab to choose what you want to allow.</a:t>
            </a:r>
          </a:p>
          <a:p>
            <a:r>
              <a:rPr lang="en-US" dirty="0"/>
              <a:t>Fill in the specific constraints (such as minimum/maximum values or your list source).</a:t>
            </a:r>
          </a:p>
        </p:txBody>
      </p:sp>
      <p:pic>
        <p:nvPicPr>
          <p:cNvPr id="8" name="Content Placeholder 3" descr="Data Validation Dialogue Box">
            <a:extLst>
              <a:ext uri="{FF2B5EF4-FFF2-40B4-BE49-F238E27FC236}">
                <a16:creationId xmlns:a16="http://schemas.microsoft.com/office/drawing/2014/main" id="{E43A22B2-DE60-9758-5F76-60991A5BC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559" y="3242601"/>
            <a:ext cx="3752850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29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A279-467C-18AF-4821-13F28ADD2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How to Setup Data Validation Rule</a:t>
            </a:r>
            <a:br>
              <a:rPr lang="en-US" u="sng" dirty="0"/>
            </a:br>
            <a:r>
              <a:rPr lang="en-US" sz="2800" dirty="0"/>
              <a:t>Input Message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D3B43-4DCF-3C51-A12C-B5CA03810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show message when user want to input in that cell.</a:t>
            </a:r>
          </a:p>
          <a:p>
            <a:r>
              <a:rPr lang="en-US" dirty="0"/>
              <a:t>It will give user to clarity what data should enter here.</a:t>
            </a:r>
          </a:p>
        </p:txBody>
      </p:sp>
      <p:pic>
        <p:nvPicPr>
          <p:cNvPr id="4" name="Picture 3" descr="Input message in Data Validation.">
            <a:extLst>
              <a:ext uri="{FF2B5EF4-FFF2-40B4-BE49-F238E27FC236}">
                <a16:creationId xmlns:a16="http://schemas.microsoft.com/office/drawing/2014/main" id="{92D80D9F-94EE-9717-ACFB-746FEAB27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980" y="2985319"/>
            <a:ext cx="7419975" cy="3723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30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2F7C-1F9B-DAC3-87A1-47E489C5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How to Setup Data Validation Rule</a:t>
            </a:r>
            <a:br>
              <a:rPr lang="en-US" u="sng" dirty="0"/>
            </a:br>
            <a:r>
              <a:rPr lang="en-US" sz="2800" dirty="0"/>
              <a:t>Error Alert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44B91-75F2-7976-0E8C-5ACCE69AC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 to alert user when entered wrong data.</a:t>
            </a:r>
          </a:p>
          <a:p>
            <a:r>
              <a:rPr lang="en-US" dirty="0"/>
              <a:t>There are three type of alert here, which are stop, warning and information.</a:t>
            </a:r>
          </a:p>
        </p:txBody>
      </p:sp>
      <p:pic>
        <p:nvPicPr>
          <p:cNvPr id="4" name="Picture 3" descr="Error Alert in Data Validation.">
            <a:extLst>
              <a:ext uri="{FF2B5EF4-FFF2-40B4-BE49-F238E27FC236}">
                <a16:creationId xmlns:a16="http://schemas.microsoft.com/office/drawing/2014/main" id="{DFC7FC34-4B17-78FA-D826-F2A539C95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116" y="2977228"/>
            <a:ext cx="5509122" cy="375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012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80910-5C45-BBE4-A32A-FC6E30A17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Applied Rule</a:t>
            </a:r>
          </a:p>
        </p:txBody>
      </p:sp>
      <p:pic>
        <p:nvPicPr>
          <p:cNvPr id="4" name="Content Placeholder 3" descr="How to Make Custom Excel Data Validation Message Help Users">
            <a:extLst>
              <a:ext uri="{FF2B5EF4-FFF2-40B4-BE49-F238E27FC236}">
                <a16:creationId xmlns:a16="http://schemas.microsoft.com/office/drawing/2014/main" id="{42DB3D44-5EF5-ED7A-DFE4-3FDB9210F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0185" y="2883370"/>
            <a:ext cx="2057400" cy="1857375"/>
          </a:xfrm>
          <a:prstGeom prst="rect">
            <a:avLst/>
          </a:prstGeom>
        </p:spPr>
      </p:pic>
      <p:pic>
        <p:nvPicPr>
          <p:cNvPr id="5" name="Picture 4" descr="More on data validation | Microsoft Support">
            <a:extLst>
              <a:ext uri="{FF2B5EF4-FFF2-40B4-BE49-F238E27FC236}">
                <a16:creationId xmlns:a16="http://schemas.microsoft.com/office/drawing/2014/main" id="{22BBB68F-B9CD-4402-3D89-93AAF4703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952" y="2407119"/>
            <a:ext cx="4972050" cy="2809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30365E-F6BE-FFC1-0071-563C98685BA3}"/>
              </a:ext>
            </a:extLst>
          </p:cNvPr>
          <p:cNvSpPr txBox="1"/>
          <p:nvPr/>
        </p:nvSpPr>
        <p:spPr>
          <a:xfrm>
            <a:off x="1166327" y="4740745"/>
            <a:ext cx="1871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Message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A40F4-078B-A7AA-B7AD-0E3145907BD9}"/>
              </a:ext>
            </a:extLst>
          </p:cNvPr>
          <p:cNvSpPr txBox="1"/>
          <p:nvPr/>
        </p:nvSpPr>
        <p:spPr>
          <a:xfrm>
            <a:off x="5708963" y="5324381"/>
            <a:ext cx="215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Error Alert for Stop</a:t>
            </a:r>
          </a:p>
        </p:txBody>
      </p:sp>
    </p:spTree>
    <p:extLst>
      <p:ext uri="{BB962C8B-B14F-4D97-AF65-F5344CB8AC3E}">
        <p14:creationId xmlns:p14="http://schemas.microsoft.com/office/powerpoint/2010/main" val="918333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BC40-07E2-9A40-8962-23B506688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901" y="2419738"/>
            <a:ext cx="8130764" cy="1480458"/>
          </a:xfrm>
        </p:spPr>
        <p:txBody>
          <a:bodyPr>
            <a:noAutofit/>
          </a:bodyPr>
          <a:lstStyle/>
          <a:p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074583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76</TotalTime>
  <Words>218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Excel Data Validation</vt:lpstr>
      <vt:lpstr>Introduction</vt:lpstr>
      <vt:lpstr>How to Setup Data Validation Rule</vt:lpstr>
      <vt:lpstr>How to Setup Data Validation Rule Settings</vt:lpstr>
      <vt:lpstr>How to Setup Data Validation Rule Input Message</vt:lpstr>
      <vt:lpstr>How to Setup Data Validation Rule Error Alert</vt:lpstr>
      <vt:lpstr>After Applied Rule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uzair ansari</dc:creator>
  <cp:lastModifiedBy>uzair ansari</cp:lastModifiedBy>
  <cp:revision>1</cp:revision>
  <dcterms:created xsi:type="dcterms:W3CDTF">2026-07-12T13:35:20Z</dcterms:created>
  <dcterms:modified xsi:type="dcterms:W3CDTF">2026-07-12T14:51:45Z</dcterms:modified>
</cp:coreProperties>
</file>